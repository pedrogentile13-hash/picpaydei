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C7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picpay.de.i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Gerenciamento Escolar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solucao moderna para acompanhamento de desempenho academico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Apresentacao do Projeto  |  Ano Letivo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C7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41148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Gestao manual de notas em planilhas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Calculos complexos e sujeitos a erros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visualizacao de dados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em acompanhamento individual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acesso remoto ou backup dos dados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188720"/>
            <a:ext cx="5303520" cy="41148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216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Solucao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integrada e intuitiva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Calculos automaticos e precisos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e relatorios visuais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em tempo real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Sincronizacao com nuvem (Firebase)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C7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Caracteristicas Principais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Gerenciamento de Alunos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individual ou em lote (CSV). Controle de 11 turmas.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- Verificacoes de Aprendizagem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7830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Multiplas atividades com normalizacao. Propagacao automatica entre turmas.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Bimestral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Anglo (peso 1) e Prova (peso 5). Portugues e Producao de Texto.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97180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Negativos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566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com penalizacao automatica. Limite de 100 negativos.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Comparativos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Rankings de desempenho e graficos comparativos entre turmas.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75488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892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Sincronizacao em Nuvem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53492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Firestore com offline persistence e sync automatico.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C7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 de Calculo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Portugues / Producao de Texto: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11C76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(PB x 35 + Quali x 30 + VA x 35) / 100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 (sem Prova Bimestral):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11C76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(Quali x 30 + VA x 35) / 65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da Prova Bimestral: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00554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2062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PB = (Anglo x 1 + Prova x 5) / 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5166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Penalizacao de Negativos: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553212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991B1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 Ajustada = Quali - (Negativos x 0.1)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C7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Organizacional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Turmas por Ano: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3017520" cy="1188720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91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C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6o Ano (6A, 6B, 6C, 6D)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017520" cy="1188720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691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C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84632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8o Ano (8A, 8B, 8C)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21040" y="1645920"/>
            <a:ext cx="3017520" cy="1188720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691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C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32104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9o Ano (9A, 9B, 9C, 9D)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Materias por Serie: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49040"/>
          <a:ext cx="106984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C7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C7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Prova Bimestral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C7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6o 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LEM, Producao de Texto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8o 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Portugues, Producao de Texto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9o 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C7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Modulos da Plataforma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0554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individual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Importacao CSV em massa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entre bimestres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Exclusao em lote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05542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17373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Criacao com tipos variados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Propagacao automatica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Normalizacao 0-10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por VA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21040" y="118872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05542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Bimestral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58200" y="17373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Anglo (peso 1)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(peso 5)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Lancamento rapido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comparativo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0554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977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4805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por aluno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de 100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Penalizacao automatica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visual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393192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055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977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Boletim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4805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consolidadas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final calculada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visual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Visualizacao completa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393192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005542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3977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Relatorios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44805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Filtragem flexivel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Rankings de desempenho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Estatisticas gerais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por turma/ano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C7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Tecnologico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411480"/>
          </a:xfrm>
          <a:prstGeom prst="roundRect">
            <a:avLst>
              <a:gd name="adj" fmla="val 17778"/>
            </a:avLst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 (Design System Customizado)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Vanilla (ES5)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para graficos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486400" cy="411480"/>
          </a:xfrm>
          <a:prstGeom prst="roundRect">
            <a:avLst>
              <a:gd name="adj" fmla="val 17778"/>
            </a:avLst>
          </a:prstGeom>
          <a:solidFill>
            <a:srgbClr val="0055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216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Firestore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(cache local)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Persistence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Sincronizacao automatica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Seguranca Firebase Rules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11247120" cy="182880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663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Caracteristicas Tecnicas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totalmente offline (PWA)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Sincronizacao em tempo real com Firebase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dependencias externas pesadas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Compativel com navegadores modernos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propaga automaticamente entre turmas do mesmo ano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C7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 do Projeto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Propagacao Automatica de 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criada em uma turma se replica para as outras do mesmo ano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7830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totalmente offline com sync automatico via Firebase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Flexibilidade na Avaliacao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Diferentes tipos com valores maximos variaveis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97180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Comparativa por VA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566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por VA especifica, nao apenas geral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Documentacao Integrada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interativo na pagina de Configuracoes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75488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892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de Dados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53492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automatico na nuvem, nunca perca dados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C7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Desenvolvimento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Funcionalidades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Estrutura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Sidebar, Topbar, Layout, Design System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Gestao de Alunos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Cadastro, CSV, exclusao em lote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Sistema de 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Criacao, normalizacao, propagacao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Prova Bimestral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Anglo (peso 1), Prova (peso 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Negativos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Registro, limite 100, penalizacao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Dashboards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 por prova, PB comparativo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Firebase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Firestore, offline, sincronizacao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Boletim/Relatorios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 consolidadas, rankings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 Documentacao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interativo, configuracoes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C7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Esperados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Professor: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Reducao de tempo em digitacao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Eliminacao de erros de calculo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Visao holistica do desempenho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Identificacao rapida de dificuldades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remoto aos dados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automatico na nuvem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Sistema Escolar: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Padronizacao de processos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precisao nas avaliacoes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Documentacao automatica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Relatorios gerenciais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completa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e auditoria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C7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picpay.de.i  -  Sistema de Gerenciamento Escolar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93192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web responsiva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offline e online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inteligentes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Sincronizacao em nuvem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Documentacao completa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Aladdin  |  Ano Letivo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2026-02-23T00:19:37Z</dcterms:created>
  <dcterms:modified xsi:type="dcterms:W3CDTF">2026-02-23T00:19:37Z</dcterms:modified>
</cp:coreProperties>
</file>